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03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Runner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57200" y="1572768"/>
            <a:ext cx="43891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Support Automation Platform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1343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24/7 as a Windows Service — no manual intervention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3405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60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PowerShell and Python scripts on any schedule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0815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result — success, failure, error details — to SQL Server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57530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5021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anything: services, event logs, URLs, or whatever we need next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227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code, the database, and the schedule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594360"/>
            <a:ext cx="3291840" cy="42976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594360"/>
            <a:ext cx="32918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6675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1133856"/>
            <a:ext cx="292608" cy="292608"/>
          </a:xfrm>
          <a:prstGeom prst="ellipse">
            <a:avLst/>
          </a:prstGeom>
          <a:solidFill>
            <a:srgbClr val="0F111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97296" y="1426464"/>
            <a:ext cx="36576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9904" y="11338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defined in config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292608" cy="292608"/>
          </a:xfrm>
          <a:prstGeom prst="ellipse">
            <a:avLst/>
          </a:prstGeom>
          <a:solidFill>
            <a:srgbClr val="0F111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97296" y="2121408"/>
            <a:ext cx="36576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9904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fires on schedule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0" y="2523744"/>
            <a:ext cx="292608" cy="292608"/>
          </a:xfrm>
          <a:prstGeom prst="ellipse">
            <a:avLst/>
          </a:prstGeom>
          <a:solidFill>
            <a:srgbClr val="0F1117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97296" y="2816352"/>
            <a:ext cx="36576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9904" y="252374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runs on the server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0" y="3218688"/>
            <a:ext cx="292608" cy="292608"/>
          </a:xfrm>
          <a:prstGeom prst="ellipse">
            <a:avLst/>
          </a:prstGeom>
          <a:solidFill>
            <a:srgbClr val="0F1117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97296" y="3511296"/>
            <a:ext cx="36576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9904" y="32186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to SQL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0" y="3913632"/>
            <a:ext cx="292608" cy="292608"/>
          </a:xfrm>
          <a:prstGeom prst="ellipse">
            <a:avLst/>
          </a:prstGeom>
          <a:solidFill>
            <a:srgbClr val="0F1117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9904" y="39136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watch for errors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4617720"/>
            <a:ext cx="155448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+ Python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48840" y="4617720"/>
            <a:ext cx="1554480" cy="292608"/>
          </a:xfrm>
          <a:prstGeom prst="rect">
            <a:avLst/>
          </a:prstGeom>
          <a:solidFill>
            <a:srgbClr val="1A3A2A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48840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4617720"/>
            <a:ext cx="1554480" cy="292608"/>
          </a:xfrm>
          <a:prstGeom prst="rect">
            <a:avLst/>
          </a:prstGeom>
          <a:solidFill>
            <a:srgbClr val="1A204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0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 ·  Quartz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Running Right 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PowerShell scripts already collecting data on a schedule.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749040"/>
          </a:xfrm>
          <a:prstGeom prst="rect">
            <a:avLst/>
          </a:prstGeom>
          <a:solidFill>
            <a:srgbClr val="1A1400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28016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Monitor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709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to SQL monitor.ps1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4048" y="1993392"/>
            <a:ext cx="2523744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20391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remote servers via PowerShell remoting and pulls per-service process metrics.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7249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Collects: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" y="3054096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" y="29900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state  (Running / Stopped / etc.)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" y="3310128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6928" y="32461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Working Set + Private memory in MB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8912" y="356616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6928" y="35021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count + Thread count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8912" y="382219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6928" y="37581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 seconds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8912" y="407822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" y="401421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CPU time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0" y="1188720"/>
            <a:ext cx="2743200" cy="3749040"/>
          </a:xfrm>
          <a:prstGeom prst="rect">
            <a:avLst/>
          </a:prstGeom>
          <a:solidFill>
            <a:srgbClr val="1A0F0F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98448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67328" y="128016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 Collector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337560" y="1709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error events job runner 2.0.ps1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310128" y="1993392"/>
            <a:ext cx="2523744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337560" y="20391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Windows Event Log (System + Application) across all servers in parallel — up to 4 servers at once.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337560" y="27249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Collects: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364992" y="3054096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493008" y="29900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(Error) events from the last 15 minutes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364992" y="3310128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493008" y="32461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ID, Source (provider name)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364992" y="356616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493008" y="35021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name  (System / Application)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364992" y="382219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493008" y="37581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 message + raw XML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364992" y="407822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3493008" y="401421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hostname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126480" y="1188720"/>
            <a:ext cx="2743200" cy="3749040"/>
          </a:xfrm>
          <a:prstGeom prst="rect">
            <a:avLst/>
          </a:prstGeom>
          <a:solidFill>
            <a:srgbClr val="0F1420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98448"/>
            <a:ext cx="347472" cy="34747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693408" y="128016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Endpoint Monitor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6263640" y="17099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monitor.ps1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236208" y="1993392"/>
            <a:ext cx="2523744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6263640" y="203911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configured URLs and measures every layer of the connection — DNS through full page load.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263640" y="27249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Collects: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291072" y="3054096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6419088" y="29900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 time (ms)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6291072" y="3310128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6419088" y="32461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 time (ms)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6291072" y="3566160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6419088" y="35021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byte — TTFB (ms)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6291072" y="3822192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6419088" y="375818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HTTP response time (ms)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6291072" y="4078224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6419088" y="401421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 + response phrase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monitoring data lands in SQL Server. Query it directly — no vendor portal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4320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554480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TimestampUtc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90472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snapshot was taken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938528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90472" y="1984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322576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368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90472" y="2368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Windows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706624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ServiceState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90472" y="2752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/ Stopped / etc.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090672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136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WS_MB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90472" y="3136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set memory (MB)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474720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Private_MB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90472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memory (MB)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858768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90472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count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242816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288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90472" y="4288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count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626864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672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UptimeSec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90472" y="4672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since last start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63824" y="1170432"/>
            <a:ext cx="2743200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73552" y="117043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EventErrors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163824" y="1554480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73552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EventTime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98264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error occurred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63824" y="1938528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73552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98264" y="1984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it came from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63824" y="2322576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73552" y="2368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LogName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98264" y="2368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or Application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63824" y="2706624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73552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98264" y="2752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Windows component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63824" y="3090672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73552" y="3136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EventID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98264" y="3136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ID number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163824" y="3474720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73552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LevelName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98264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/ Warning / etc.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163824" y="3858768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73552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TaskCategory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398264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category label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63824" y="4242816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73552" y="4288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398264" y="4288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 message text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163824" y="4626864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73552" y="4672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98264" y="4672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XML of the event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071616" y="1170432"/>
            <a:ext cx="2743200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181344" y="117043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URLMonitor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071616" y="1554480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181344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TimestampUtc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306056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test ran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071616" y="1938528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181344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306056" y="1984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that was hit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071616" y="2322576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181344" y="2368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306056" y="2368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(200 / 500 etc.)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071616" y="2706624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181344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DnsLookupMs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306056" y="2752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 time (ms)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071616" y="3090672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181344" y="3136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TcpConnectMs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306056" y="3136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 time (ms)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071616" y="3474720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181344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TtfbMs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306056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byte (ms)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071616" y="3858768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181344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HttpTotalMs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306056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 time (ms)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071616" y="4242816"/>
            <a:ext cx="2743200" cy="3657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181344" y="4288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ContentHash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306056" y="4288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of page content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071616" y="4626864"/>
            <a:ext cx="2743200" cy="365760"/>
          </a:xfrm>
          <a:prstGeom prst="rect">
            <a:avLst/>
          </a:prstGeom>
          <a:solidFill>
            <a:srgbClr val="161B27"/>
          </a:solidFill>
          <a:ln w="635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181344" y="4672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ErrorText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306056" y="4672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if failed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56032" y="4773168"/>
            <a:ext cx="8631936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11480" y="479145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also include the TaskRunner job log (ScriptExecutionLog) — every run's duration, exit code, success/failure, and error summary.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Outage Hits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new breaks. We need new data. Here's how fast we can have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25296"/>
            <a:ext cx="329184" cy="329184"/>
          </a:xfrm>
          <a:prstGeom prst="ellipse">
            <a:avLst/>
          </a:prstGeom>
          <a:solidFill>
            <a:srgbClr val="161B27"/>
          </a:solidFill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" y="1554480"/>
            <a:ext cx="36576" cy="21945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starts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is off — alerts firing, users calling 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329184" cy="329184"/>
          </a:xfrm>
          <a:prstGeom prst="ellipse">
            <a:avLst/>
          </a:prstGeom>
          <a:solidFill>
            <a:srgbClr val="161B27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" y="2139696"/>
            <a:ext cx="36576" cy="21945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" y="1773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identify what's new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service, an endpoint, or a Windows error source we aren't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95728"/>
            <a:ext cx="329184" cy="329184"/>
          </a:xfrm>
          <a:prstGeom prst="ellipse">
            <a:avLst/>
          </a:prstGeom>
          <a:solidFill>
            <a:srgbClr val="161B27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" y="2724912"/>
            <a:ext cx="36576" cy="21945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" y="2359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PowerShell script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2633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specific metric, service, or log source we need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80944"/>
            <a:ext cx="329184" cy="329184"/>
          </a:xfrm>
          <a:prstGeom prst="ellipse">
            <a:avLst/>
          </a:prstGeom>
          <a:solidFill>
            <a:srgbClr val="161B2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" y="3310128"/>
            <a:ext cx="36576" cy="21945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8096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the job config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in appsettings.json — name, script path, cron schedule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329184" cy="329184"/>
          </a:xfrm>
          <a:prstGeom prst="ellipse">
            <a:avLst/>
          </a:prstGeom>
          <a:solidFill>
            <a:srgbClr val="161B27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" y="3895344"/>
            <a:ext cx="36576" cy="21945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8096" y="3529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restart service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" y="3803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 restart — job is live in under a minute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151376"/>
            <a:ext cx="329184" cy="329184"/>
          </a:xfrm>
          <a:prstGeom prst="ellipse">
            <a:avLst/>
          </a:prstGeom>
          <a:solidFill>
            <a:srgbClr val="161B27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 to SQL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it, watch it, share it — while the outage is still in progress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1170432"/>
            <a:ext cx="3794760" cy="2286000"/>
          </a:xfrm>
          <a:prstGeom prst="rect">
            <a:avLst/>
          </a:prstGeom>
          <a:solidFill>
            <a:srgbClr val="0A0E16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93208" y="123444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appsettings.json — new job entry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20640" y="1426464"/>
            <a:ext cx="353872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"Name": "</a:t>
            </a: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OutageMemorySnapshot",
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"ScriptPath": "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Monitoring\\snapshot.ps1",
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"Cron": "</a:t>
            </a: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*/2 * * * ?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 </a:t>
            </a: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2 min
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"TimeoutMinutes": </a:t>
            </a:r>
            <a:r>
              <a:rPr lang="en-US" sz="10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"Enabled":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
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83480" y="3584448"/>
            <a:ext cx="3794760" cy="457200"/>
          </a:xfrm>
          <a:prstGeom prst="rect">
            <a:avLst/>
          </a:prstGeom>
          <a:solidFill>
            <a:srgbClr val="111A14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3648456"/>
            <a:ext cx="292608" cy="29260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504688" y="36484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deploy — edit config, restart service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4983480" y="4114800"/>
            <a:ext cx="3794760" cy="457200"/>
          </a:xfrm>
          <a:prstGeom prst="rect">
            <a:avLst/>
          </a:prstGeom>
          <a:solidFill>
            <a:srgbClr val="111A14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4178808"/>
            <a:ext cx="292608" cy="29260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504688" y="417880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with Enabled: false when outage is over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4983480" y="4645152"/>
            <a:ext cx="379476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4709160"/>
            <a:ext cx="292608" cy="29260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504688" y="47091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logged — duration, errors, exit code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Patching &amp; Node Flips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doing this manually. Script it once, run it every patch window.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1554480" cy="987552"/>
          </a:xfrm>
          <a:prstGeom prst="rect">
            <a:avLst/>
          </a:prstGeom>
          <a:solidFill>
            <a:srgbClr val="161B2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15544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healthy?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OK?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1591056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38528" y="1517904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48256" y="1170432"/>
            <a:ext cx="1554480" cy="987552"/>
          </a:xfrm>
          <a:prstGeom prst="rect">
            <a:avLst/>
          </a:prstGeom>
          <a:solidFill>
            <a:srgbClr val="161B27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48256" y="1170432"/>
            <a:ext cx="1554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21408" y="126187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21408" y="173736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node out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21024" y="1591056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94176" y="1517904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03904" y="1170432"/>
            <a:ext cx="1554480" cy="987552"/>
          </a:xfrm>
          <a:prstGeom prst="rect">
            <a:avLst/>
          </a:prstGeom>
          <a:solidFill>
            <a:srgbClr val="161B27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03904" y="1170432"/>
            <a:ext cx="1554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77056" y="126187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Restart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77056" y="173736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services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restart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76672" y="1591056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49824" y="1517904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59552" y="1170432"/>
            <a:ext cx="1554480" cy="987552"/>
          </a:xfrm>
          <a:prstGeom prst="rect">
            <a:avLst/>
          </a:prstGeom>
          <a:solidFill>
            <a:srgbClr val="161B27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59552" y="1170432"/>
            <a:ext cx="155448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32704" y="126187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32704" y="173736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running?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responding?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1591056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05472" y="1517904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0" y="1170432"/>
            <a:ext cx="1554480" cy="987552"/>
          </a:xfrm>
          <a:prstGeom prst="rect">
            <a:avLst/>
          </a:prstGeom>
          <a:solidFill>
            <a:srgbClr val="161B27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0" y="1170432"/>
            <a:ext cx="15544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88352" y="126187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Re-Add to LB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Rollback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88352" y="173736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→ re-add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→ alert + hold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" y="2359152"/>
            <a:ext cx="4206240" cy="2578608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9768" y="24505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looks like as scheduled jobs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9768" y="295351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28620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PatchPreCheck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67712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manually or at patch window start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9768" y="335584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32644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RemoveNodeFromLB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67712" y="3282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after pre-check passes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9768" y="3758184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36667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RestartServices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67712" y="36850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after node removal confirmed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9768" y="4160520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4360" y="4069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PostPatchValidate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67712" y="40873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2 min after restart — 10x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9768" y="4562856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4360" y="44714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ReAddNodeToLB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67712" y="44897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after validation passes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2359152"/>
            <a:ext cx="4114800" cy="2578608"/>
          </a:xfrm>
          <a:prstGeom prst="rect">
            <a:avLst/>
          </a:prstGeom>
          <a:solidFill>
            <a:srgbClr val="111A14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0600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logged automatically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00600" y="2935224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83480" y="28620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node was patched and when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800600" y="3282696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83480" y="3209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Pre-check results — what was healthy before patching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800600" y="3630168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983480" y="3557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 services went down and came back up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800600" y="3977640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83480" y="39044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Post-patch validation pass/fail + error details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800600" y="4325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83480" y="4251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 every step — full audit trail in SQL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4800600" y="4672584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83480" y="4599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script error with the exact line it failed 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SSMS. Ask any question. No vendor portal, no ticket, no waiting.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133088" cy="1901952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54864" cy="19019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servers had Windows errors last night?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877056" cy="1371600"/>
          </a:xfrm>
          <a:prstGeom prst="rect">
            <a:avLst/>
          </a:prstGeom>
          <a:solidFill>
            <a:srgbClr val="0A0E16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700784"/>
            <a:ext cx="3675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HostName, COUNT(*) AS ErrorCount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dbo.EventErrors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EventTime &gt; DATEADD(HOUR,-8,GETUTCDATE())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ErrorCount 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170432"/>
            <a:ext cx="4133088" cy="1901952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45152" y="1170432"/>
            <a:ext cx="54864" cy="19019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9744" y="124358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service leaking memory over time?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09744" y="1627632"/>
            <a:ext cx="3877056" cy="1371600"/>
          </a:xfrm>
          <a:prstGeom prst="rect">
            <a:avLst/>
          </a:prstGeom>
          <a:solidFill>
            <a:srgbClr val="0A0E16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700784"/>
            <a:ext cx="3675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ServiceName, Computer,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(WS_MB) AS AvgMem,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(WS_MB) AS PeakMem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dbo.ServiceMetrics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TimestampUtc &gt; DATEADD(DAY,-1,GETUTCDATE())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ServiceName, Computer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3200400"/>
            <a:ext cx="4133088" cy="1901952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" y="3200400"/>
            <a:ext cx="54864" cy="19019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of our endpoints slow right now?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877056" cy="1371600"/>
          </a:xfrm>
          <a:prstGeom prst="rect">
            <a:avLst/>
          </a:prstGeom>
          <a:solidFill>
            <a:srgbClr val="0A0E16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730752"/>
            <a:ext cx="3675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TOP 10
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Url, StatusCode,
  TtfbMs, HttpTotalMs, ErrorText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dbo.URLMonitor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TimestampUtc &gt; DATEADD(MINUTE,-30,GETUTCDATE())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HttpTotalMs 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5152" y="3200400"/>
            <a:ext cx="4133088" cy="1901952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45152" y="3200400"/>
            <a:ext cx="54864" cy="19019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9744" y="327355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jobs failed or timed out this week?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09744" y="3657600"/>
            <a:ext cx="3877056" cy="1371600"/>
          </a:xfrm>
          <a:prstGeom prst="rect">
            <a:avLst/>
          </a:prstGeom>
          <a:solidFill>
            <a:srgbClr val="0A0E16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3730752"/>
            <a:ext cx="3675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
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JobName, StartedAtUtc,
  DurationMs, ExitCode, ErrorSummary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dbo.ScriptExecutionLog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= 0 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</a:t>
            </a: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TimedOut = 1
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StartedAtUtc </a:t>
            </a: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directly to our SQL Server monitoring database — visualize anything, any way you want.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3886200" cy="2029968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618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243584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anything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" y="1627632"/>
            <a:ext cx="3630168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9768" y="1719072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" y="171907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55064" y="1719072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655064" y="171907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1719072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880360" y="171907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Node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" y="2194560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768" y="21945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655064" y="2194560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655064" y="21945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Name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880360" y="2194560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880360" y="21945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" y="3310128"/>
            <a:ext cx="3886200" cy="1719072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401568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22960" y="338328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however you want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29768" y="3767328"/>
            <a:ext cx="3630168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29768" y="3840480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29768" y="384048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655064" y="3840480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1655064" y="384048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880360" y="3840480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2880360" y="384048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29768" y="4315968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429768" y="431596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1655064" y="4315968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1655064" y="431596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KPI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2880360" y="4315968"/>
            <a:ext cx="1133856" cy="329184"/>
          </a:xfrm>
          <a:prstGeom prst="rect">
            <a:avLst/>
          </a:prstGeom>
          <a:solidFill>
            <a:srgbClr val="0F1117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2880360" y="431596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370832" y="1170432"/>
            <a:ext cx="4407408" cy="2231136"/>
          </a:xfrm>
          <a:prstGeom prst="rect">
            <a:avLst/>
          </a:prstGeom>
          <a:solidFill>
            <a:srgbClr val="0C1020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938528"/>
            <a:ext cx="402336" cy="40233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507992" y="2267712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 here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370832" y="3511296"/>
            <a:ext cx="4407408" cy="1517904"/>
          </a:xfrm>
          <a:prstGeom prst="rect">
            <a:avLst/>
          </a:prstGeom>
          <a:solidFill>
            <a:srgbClr val="0C1020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922776"/>
            <a:ext cx="402336" cy="40233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507992" y="42519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 here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Job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management at /quartz — see every job, trigger manually, pause, and resume. No SSH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3977640" cy="2176272"/>
          </a:xfrm>
          <a:prstGeom prst="rect">
            <a:avLst/>
          </a:prstGeom>
          <a:solidFill>
            <a:srgbClr val="161B27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243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see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591056"/>
            <a:ext cx="3721608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scheduled job and its current trigger state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08483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2011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fire time — when the job will run next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" y="243230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235915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fire time — when it last ran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2779776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270662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currently executing right now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" y="312724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" y="30540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that are paused or waiting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" y="3456432"/>
            <a:ext cx="3977640" cy="1536192"/>
          </a:xfrm>
          <a:prstGeom prst="rect">
            <a:avLst/>
          </a:prstGeom>
          <a:solidFill>
            <a:srgbClr val="0E1A14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3529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3877056"/>
            <a:ext cx="3721608" cy="18288"/>
          </a:xfrm>
          <a:prstGeom prst="rect">
            <a:avLst/>
          </a:prstGeom>
          <a:solidFill>
            <a:srgbClr val="1A3A28"/>
          </a:solidFill>
          <a:ln w="12700">
            <a:solidFill>
              <a:srgbClr val="1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" y="40050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" y="39319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trigger any job on demand — skip the schedule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" y="4334256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" y="426110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 job without removing it — resume when ready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" y="4663440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" y="45902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 job is actively running or stuck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53128" y="1170432"/>
            <a:ext cx="1053846" cy="585216"/>
          </a:xfrm>
          <a:prstGeom prst="rect">
            <a:avLst/>
          </a:prstGeom>
          <a:solidFill>
            <a:srgbClr val="0E1A14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1261872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855464" y="1243584"/>
            <a:ext cx="5966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43550" y="1170432"/>
            <a:ext cx="1053846" cy="585216"/>
          </a:xfrm>
          <a:prstGeom prst="rect">
            <a:avLst/>
          </a:prstGeom>
          <a:solidFill>
            <a:srgbClr val="161B2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278" y="1261872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945886" y="1243584"/>
            <a:ext cx="5966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633972" y="1170432"/>
            <a:ext cx="1053846" cy="585216"/>
          </a:xfrm>
          <a:prstGeom prst="rect">
            <a:avLst/>
          </a:prstGeom>
          <a:solidFill>
            <a:srgbClr val="1A1600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1261872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036308" y="1243584"/>
            <a:ext cx="5966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724394" y="1170432"/>
            <a:ext cx="1053846" cy="585216"/>
          </a:xfrm>
          <a:prstGeom prst="rect">
            <a:avLst/>
          </a:prstGeom>
          <a:solidFill>
            <a:srgbClr val="1A0F0F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122" y="1261872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126730" y="1243584"/>
            <a:ext cx="5966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453128" y="1865376"/>
            <a:ext cx="4325112" cy="3127248"/>
          </a:xfrm>
          <a:prstGeom prst="rect">
            <a:avLst/>
          </a:prstGeom>
          <a:solidFill>
            <a:srgbClr val="0C1020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652" y="2971800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636008" y="3557016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Quartz dashboard screenshot here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 Ourselves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Autosys, Control-M, Splunk, or any managed alternative.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do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1430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0368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alternative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47472" y="1508760"/>
            <a:ext cx="841248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47472" y="1700784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21208" y="158191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starts at 2am — add a new monitoring script before 2:05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90288" y="1636776"/>
            <a:ext cx="73152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170078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937760" y="158191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ticket with the monitoring team. Expect days.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7472" y="2112264"/>
            <a:ext cx="84124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47472" y="2267712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21208" y="2148840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SQL Server — query it from SSMS like anything else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90288" y="2203704"/>
            <a:ext cx="73152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2267712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937760" y="214884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the vendor portal. Hope their dashboard shows what you need.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7472" y="2679192"/>
            <a:ext cx="84124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47472" y="2834640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21208" y="2715768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server to monitor: edit a config file and restart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90288" y="2770632"/>
            <a:ext cx="73152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754880" y="2834640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937760" y="271576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a new agent for the server. Wait for provisioning.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47472" y="3246120"/>
            <a:ext cx="84124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47472" y="3401568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21208" y="3282696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fails? Get the exact line number, error message, and stack trace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590288" y="3337560"/>
            <a:ext cx="73152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4754880" y="3401568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4937760" y="328269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failed. Exit code was non-zero. Good luck finding out why.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47472" y="3813048"/>
            <a:ext cx="84124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347472" y="3968496"/>
            <a:ext cx="100584" cy="10058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21208" y="3849624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anything: node flips, test runs, data pushes — it's just a script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590288" y="3904488"/>
            <a:ext cx="73152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4754880" y="396849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937760" y="384962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job types only. Want something custom? Change request.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347472" y="4379976"/>
            <a:ext cx="84124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347472" y="4535424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21208" y="441655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cost. Runs anywhere .NET 8 is installed.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590288" y="4471416"/>
            <a:ext cx="73152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4754880" y="453542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937760" y="441655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Per-agent, per-job, or per-node pricing. Ask finance first.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27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there. Here's what we can build on top of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133088" cy="1828800"/>
          </a:xfrm>
          <a:prstGeom prst="rect">
            <a:avLst/>
          </a:prstGeom>
          <a:solidFill>
            <a:srgbClr val="1A0F0F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618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on Failures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" y="1664208"/>
            <a:ext cx="3877056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9768" y="18105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2648" y="1737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Teams when any job fails or times 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" y="211226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2039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Windows error count spikes above a threshold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" y="2414016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" y="2340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when a service goes down between polls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" y="271576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" y="2642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wired in — one job listener to write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45152" y="1170432"/>
            <a:ext cx="4133088" cy="1828800"/>
          </a:xfrm>
          <a:prstGeom prst="rect">
            <a:avLst/>
          </a:prstGeom>
          <a:solidFill>
            <a:srgbClr val="14102A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261872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Patch Automation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782312" y="1664208"/>
            <a:ext cx="3877056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782312" y="181051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65192" y="1737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flip workflow as a single scheduled job chain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82312" y="211226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965192" y="2039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checks gate each step — no hand-holding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782312" y="241401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965192" y="2340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 SQL: who patched what, when, how long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82312" y="271576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965192" y="2642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validation holds node out of LB and alerts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92608" y="3108960"/>
            <a:ext cx="4133088" cy="1828800"/>
          </a:xfrm>
          <a:prstGeom prst="rect">
            <a:avLst/>
          </a:prstGeom>
          <a:solidFill>
            <a:srgbClr val="0A1A22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20040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59536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Power BI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429768" y="3602736"/>
            <a:ext cx="3877056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29768" y="374904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12648" y="3675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report pages as we add monitoring targets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29768" y="405079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12648" y="3977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from Power BI when metrics cross thresholds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29768" y="435254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12648" y="4279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dashboards with leadership or other teams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429768" y="465429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12648" y="45811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reports — month over month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4645152" y="3108960"/>
            <a:ext cx="4133088" cy="1828800"/>
          </a:xfrm>
          <a:prstGeom prst="rect">
            <a:avLst/>
          </a:prstGeom>
          <a:solidFill>
            <a:srgbClr val="1A1400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200400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212080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What We Monitor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4782312" y="3602736"/>
            <a:ext cx="3877056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4782312" y="3749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4965192" y="3675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performance — long-running queries to SQL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4782312" y="40507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4965192" y="3977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app pool health and request queue depth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4782312" y="4352544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4965192" y="4279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from any application log file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4782312" y="4654296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4965192" y="45811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target: one PowerShell file + one config 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Microsoft Office PowerPoint</Application>
  <PresentationFormat>On-screen Show (16:9)</PresentationFormat>
  <Paragraphs>270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Runner — App Support</dc:title>
  <dc:subject>PptxGenJS Presentation</dc:subject>
  <dc:creator>PptxGenJS</dc:creator>
  <cp:lastModifiedBy>Alex MacArthur</cp:lastModifiedBy>
  <cp:revision>1</cp:revision>
  <dcterms:created xsi:type="dcterms:W3CDTF">2026-05-07T19:22:07Z</dcterms:created>
  <dcterms:modified xsi:type="dcterms:W3CDTF">2026-05-07T19:27:51Z</dcterms:modified>
</cp:coreProperties>
</file>